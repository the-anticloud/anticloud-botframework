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18 DORA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2026-10-02T09:34:12.472117Z | Framework ID: 18_DORA</a:t>
            </a:r>
          </a:p>
          <a:p>
            <a:r>
              <a:t>DORA Regulation (EU) 2022/2554, RTS (2024)</a:t>
            </a:r>
          </a:p>
          <a:p>
            <a:r>
              <a:t>PASS — Art. 9 (ICT Security), Art. 10 (Detection), Art. 11 (Recovery), Art. 12 (Backup)</a:t>
            </a:r>
          </a:p>
          <a:p>
            <a:r>
              <a:t>COMPLIANT</a:t>
            </a:r>
          </a:p>
          <a:p>
            <a:r>
              <a:t>CRDT convergence satisfies Art. 12 recovery; Observability satisfies Art. 10 detection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